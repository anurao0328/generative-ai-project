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1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4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Reviews to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Business Actions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collect thousands of unstructured customer reviews, but turning them into clear, evidence-backed decisions takes days of manual reading. This project designs a GenAI-powered analysis pipeline that reads raw review text and automatically outputs themes, root causes, and prioritized recommendations — no manual tagging required.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4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Head of Customer Experience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32520" y="1234440"/>
            <a:ext cx="1508760" cy="1508760"/>
          </a:xfrm>
          <a:prstGeom prst="ellipse">
            <a:avLst/>
          </a:prstGeom>
          <a:solidFill>
            <a:srgbClr val="782170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32520" y="12344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29800" y="2331720"/>
            <a:ext cx="1508760" cy="1508760"/>
          </a:xfrm>
          <a:prstGeom prst="ellipse">
            <a:avLst/>
          </a:prstGeom>
          <a:solidFill>
            <a:srgbClr val="A8489C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29800" y="2331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32520" y="3429000"/>
            <a:ext cx="1508760" cy="1508760"/>
          </a:xfrm>
          <a:prstGeom prst="ellipse">
            <a:avLst/>
          </a:prstGeom>
          <a:solidFill>
            <a:srgbClr val="782170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32520" y="342900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review platforms, one unified analysis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1984248"/>
            <a:ext cx="822960" cy="822960"/>
          </a:xfrm>
          <a:prstGeom prst="ellipse">
            <a:avLst/>
          </a:prstGeom>
          <a:solidFill>
            <a:srgbClr val="782170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984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0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93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reviews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33088" y="16916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13248" y="1984248"/>
            <a:ext cx="822960" cy="822960"/>
          </a:xfrm>
          <a:prstGeom prst="ellipse">
            <a:avLst/>
          </a:prstGeom>
          <a:solidFill>
            <a:srgbClr val="782170"/>
          </a:solidFill>
          <a:ln/>
        </p:spPr>
      </p:sp>
      <p:sp>
        <p:nvSpPr>
          <p:cNvPr id="12" name="Text 10"/>
          <p:cNvSpPr/>
          <p:nvPr/>
        </p:nvSpPr>
        <p:spPr>
          <a:xfrm>
            <a:off x="5413248" y="1984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33088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0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33088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reviews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33088" y="3593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reviews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08976" y="16916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89136" y="1984248"/>
            <a:ext cx="822960" cy="822960"/>
          </a:xfrm>
          <a:prstGeom prst="ellipse">
            <a:avLst/>
          </a:prstGeom>
          <a:solidFill>
            <a:srgbClr val="782170"/>
          </a:solidFill>
          <a:ln/>
        </p:spPr>
      </p:sp>
      <p:sp>
        <p:nvSpPr>
          <p:cNvPr id="18" name="Text 16"/>
          <p:cNvSpPr/>
          <p:nvPr/>
        </p:nvSpPr>
        <p:spPr>
          <a:xfrm>
            <a:off x="9089136" y="1984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808976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0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IMDb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08976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reviews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08976" y="3593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reviews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3514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57200" y="521208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 analyzed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37304" y="4343400"/>
            <a:ext cx="3514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4337304" y="521208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platforms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17408" y="4343400"/>
            <a:ext cx="3514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217408" y="521208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split, every dataset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contains a raw review sentence plus a binary sentiment label (1 = positive, 0 = negative). Labels are perfectly balanced across all three sources, giving a clean baseline for theme and sentiment analysis.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Workflow: The Master Chaining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 prompt, five chained outputs — designed to run on any new review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11580" y="1828800"/>
            <a:ext cx="914400" cy="914400"/>
          </a:xfrm>
          <a:prstGeom prst="ellipse">
            <a:avLst/>
          </a:prstGeom>
          <a:solidFill>
            <a:srgbClr val="782170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115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8660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9464" y="2176272"/>
            <a:ext cx="411480" cy="219456"/>
          </a:xfrm>
          <a:prstGeom prst="rightArrow">
            <a:avLst/>
          </a:prstGeom>
          <a:solidFill>
            <a:srgbClr val="A8489C"/>
          </a:solidFill>
          <a:ln/>
        </p:spPr>
      </p:sp>
      <p:sp>
        <p:nvSpPr>
          <p:cNvPr id="8" name="Shape 6"/>
          <p:cNvSpPr/>
          <p:nvPr/>
        </p:nvSpPr>
        <p:spPr>
          <a:xfrm>
            <a:off x="3424428" y="1828800"/>
            <a:ext cx="914400" cy="914400"/>
          </a:xfrm>
          <a:prstGeom prst="ellipse">
            <a:avLst/>
          </a:prstGeom>
          <a:solidFill>
            <a:srgbClr val="782170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4428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1508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82312" y="2176272"/>
            <a:ext cx="411480" cy="219456"/>
          </a:xfrm>
          <a:prstGeom prst="rightArrow">
            <a:avLst/>
          </a:prstGeom>
          <a:solidFill>
            <a:srgbClr val="A8489C"/>
          </a:solidFill>
          <a:ln/>
        </p:spPr>
      </p:sp>
      <p:sp>
        <p:nvSpPr>
          <p:cNvPr id="12" name="Shape 10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782170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37276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34356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2176272"/>
            <a:ext cx="411480" cy="219456"/>
          </a:xfrm>
          <a:prstGeom prst="rightArrow">
            <a:avLst/>
          </a:prstGeom>
          <a:solidFill>
            <a:srgbClr val="A8489C"/>
          </a:solidFill>
          <a:ln/>
        </p:spPr>
      </p:sp>
      <p:sp>
        <p:nvSpPr>
          <p:cNvPr id="16" name="Shape 14"/>
          <p:cNvSpPr/>
          <p:nvPr/>
        </p:nvSpPr>
        <p:spPr>
          <a:xfrm>
            <a:off x="7850124" y="1828800"/>
            <a:ext cx="914400" cy="914400"/>
          </a:xfrm>
          <a:prstGeom prst="ellipse">
            <a:avLst/>
          </a:prstGeom>
          <a:solidFill>
            <a:srgbClr val="782170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50124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47204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08008" y="2176272"/>
            <a:ext cx="411480" cy="219456"/>
          </a:xfrm>
          <a:prstGeom prst="rightArrow">
            <a:avLst/>
          </a:prstGeom>
          <a:solidFill>
            <a:srgbClr val="A8489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62972" y="1828800"/>
            <a:ext cx="914400" cy="914400"/>
          </a:xfrm>
          <a:prstGeom prst="ellipse">
            <a:avLst/>
          </a:prstGeom>
          <a:solidFill>
            <a:srgbClr val="782170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62972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60052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90448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8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— SYSTEM ROLE EXCERPT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70248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the Customer Feedback Insights Assistant. You will receive a fresh set of customer review sentences (with or without sentiment labels) from any platform. Execute the full analysis pipeline automatically and return all five outputs in sequence: Summary → Theme Table → Root-Cause Table → Recommendations Table → Executive Summary.”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77240" y="5138928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78217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389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 — validated on Amazon, Yelp, and IMDb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Strategy: 3 of the 6 Chained Prompts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" y="14173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17099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Identification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2221992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reviews into named themes with sentiment, evidence, business meaning, and frequency.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2344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4173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7099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Root-Cause Analysis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221992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stated evidence from inferred assumptions and assigns a confidence rating to each cause.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74736" y="12344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30768" y="14173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2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30768" y="170992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30768" y="2221992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theme into one prioritized, actionable business intervention with expected impact.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11274552" cy="2880360"/>
          </a:xfrm>
          <a:prstGeom prst="roundRect">
            <a:avLst>
              <a:gd name="adj" fmla="val 2540"/>
            </a:avLst>
          </a:prstGeom>
          <a:solidFill>
            <a:srgbClr val="34102F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749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4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INPUT → OUTPUT EXAMPLE (AMAZON, LABEL = 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087368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“Tied to charger for conversations lasting more than 45 minutes. MAJOR PROBLEMS!!”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(Prompt 2):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4754880"/>
            <a:ext cx="8074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Charging Problems  —  Negative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(Prompt 3):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5285232"/>
            <a:ext cx="8074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Sub-standard battery components  —  Confidence: Medium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8155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(Prompt 4):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91840" y="5815584"/>
            <a:ext cx="8074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battery suppliers; add charge-cycle QA testing  —  Priority: High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Findings: Merged Theme Table (Amazon + Yelp)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Highest-frequency themes across 2,000 product and restaurant reviews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920240"/>
                <a:gridCol w="1920240"/>
                <a:gridCol w="2862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&amp;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2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~76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 &amp;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2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Taste &amp;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2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for Money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2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~46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&amp; Staff Problems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~63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 / Fit Issues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~56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&amp; Charging Problems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8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553212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Comfort/fit and service consistency are the two most-repeated themes overall — one product-side (Amazon), one people-side (Yelp) — each appearing on both the positive and negative side of its dataset.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Business Actions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Highest-priority interventions, ranked by frequency and severity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640080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 / Fit Issues (Amazon)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ergonomic user-testing and redesign ear-clip fit and materials.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&amp; Charging (Amazon)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battery suppliers; add mandatory charge-cycle QA testing.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&amp; Staff Problems (Yelp)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service training with periodic mystery-shopper checks.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Return (Yelp)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service-recovery outreach for guests reporting a bad visit.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Wait Times (Yelp)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peak-hour staffing; add a food-runner role during rushes.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Malfunction (Amazon)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0A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 early-life QA inspection before packaging/shipping.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821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F5EAF3"/>
          </a:solidFill>
          <a:ln/>
          <a:effectLst>
            <a:outerShdw sx="100000" sy="100000" kx="0" ky="0" algn="bl" rotWithShape="0" blurRad="76200" dist="25400" dir="5400000">
              <a:srgbClr val="34102F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73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8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516636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0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actions were rated High because they combine the largest review volume with the most direct impact on core product or service function. Medium/Low-priority actions (value framing, menu variety, connectivity) are addressed in the full recommendations table.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821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Limitations &amp; Validation Notes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78217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25880"/>
            <a:ext cx="1049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0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explicit sarcasm or ambiguity detection yet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234440" y="1700784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sentiment labels can't capture irony or mixed reviews (e.g., “great, another battery that dies in a day”). This is a known gap in the current pipeline, not yet a built-in step.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78217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1049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0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causes are inferred, not confirmed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34440" y="2935224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root-cause confidence ratings are Low or Medium — review text alone can't verify operational causes like staffing or supplier issues; internal data would be needed to confirm.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78217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794760"/>
            <a:ext cx="1049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0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Keyword-based theme counting can double-count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34440" y="4169664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review mentioning two issues (e.g., “slow AND rude service”) is counted under both themes, so frequency estimates are directional, not exact.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5120640"/>
            <a:ext cx="502920" cy="502920"/>
          </a:xfrm>
          <a:prstGeom prst="ellipse">
            <a:avLst/>
          </a:prstGeom>
          <a:solidFill>
            <a:srgbClr val="A8489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029200"/>
            <a:ext cx="10497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0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validation step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34440" y="5404104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spot-check a 5–10% sample of borderline or ambiguous reviews before finalizing any business action derived from this analysis.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41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Improvements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627632"/>
            <a:ext cx="384048" cy="384048"/>
          </a:xfrm>
          <a:prstGeom prst="ellipse">
            <a:avLst/>
          </a:prstGeom>
          <a:solidFill>
            <a:srgbClr val="A8489C"/>
          </a:solidFill>
          <a:ln w="19050">
            <a:solidFill>
              <a:srgbClr val="A848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600200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to IMDb — already piloted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five-step pipeline was run on IMDb movie reviews with zero prompt changes, proving the design is platform-agnostic.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24912"/>
            <a:ext cx="384048" cy="384048"/>
          </a:xfrm>
          <a:prstGeom prst="ellipse">
            <a:avLst/>
          </a:prstGeom>
          <a:solidFill>
            <a:srgbClr val="34102F"/>
          </a:solidFill>
          <a:ln w="19050">
            <a:solidFill>
              <a:srgbClr val="A848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97480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batching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063240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pipeline to run automatically on new review exports on a recurring basis.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822192"/>
            <a:ext cx="384048" cy="384048"/>
          </a:xfrm>
          <a:prstGeom prst="ellipse">
            <a:avLst/>
          </a:prstGeom>
          <a:solidFill>
            <a:srgbClr val="34102F"/>
          </a:solidFill>
          <a:ln w="19050">
            <a:solidFill>
              <a:srgbClr val="A848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94760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ambiguity / sarcasm detection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4160520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explicit pre-processing step to flag ironic or mixed-sentiment reviews before theme extraction.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919472"/>
            <a:ext cx="384048" cy="384048"/>
          </a:xfrm>
          <a:prstGeom prst="ellipse">
            <a:avLst/>
          </a:prstGeom>
          <a:solidFill>
            <a:srgbClr val="34102F"/>
          </a:solidFill>
          <a:ln w="19050">
            <a:solidFill>
              <a:srgbClr val="A848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892040"/>
            <a:ext cx="10680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lightweight front-end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5257800"/>
            <a:ext cx="10680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 macro or simple app so non-technical stakeholders can run the pipeline on demand, without a chat interface.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4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move from one-time analysis to a repeatable, self-serve insights pipeline.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Insights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2026-08-23T12:49:13Z</dcterms:created>
  <dcterms:modified xsi:type="dcterms:W3CDTF">2026-08-23T12:49:13Z</dcterms:modified>
</cp:coreProperties>
</file>